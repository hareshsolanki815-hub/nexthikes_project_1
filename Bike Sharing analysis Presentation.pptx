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6C8F8-7669-B094-876D-CA3D715FFA7C}" v="139" dt="2026-07-25T09:13:56.471"/>
    <p1510:client id="{AAF9E317-3348-4D72-9869-EED722438079}" v="664" dt="2026-07-25T07:17:2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u="sng" dirty="0">
                <a:solidFill>
                  <a:schemeClr val="accent1"/>
                </a:solidFill>
              </a:rPr>
              <a:t>Bike Sharing Demand Analysis</a:t>
            </a:r>
            <a:br>
              <a:rPr lang="en-US" sz="5400" b="1" u="sng" dirty="0">
                <a:solidFill>
                  <a:schemeClr val="accent1"/>
                </a:solidFill>
              </a:rPr>
            </a:br>
            <a:br>
              <a:rPr lang="en-US" sz="5400" b="1" u="sng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                                                </a:t>
            </a:r>
            <a:r>
              <a:rPr lang="en-US" sz="3600" b="1" dirty="0">
                <a:solidFill>
                  <a:schemeClr val="accent6"/>
                </a:solidFill>
              </a:rPr>
              <a:t>Nexthikes IT Solutions</a:t>
            </a:r>
            <a:br>
              <a:rPr lang="en-US" sz="3600" b="1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65753"/>
            <a:ext cx="9144000" cy="22145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1">
                <a:solidFill>
                  <a:schemeClr val="accent5"/>
                </a:solidFill>
              </a:rPr>
              <a:t>Final Project Report</a:t>
            </a:r>
          </a:p>
          <a:p>
            <a:endParaRPr lang="en-US" sz="1600" b="1"/>
          </a:p>
          <a:p>
            <a:r>
              <a:rPr lang="en-US" b="1">
                <a:solidFill>
                  <a:srgbClr val="FF0000"/>
                </a:solidFill>
              </a:rPr>
              <a:t>1.Problem Statement</a:t>
            </a:r>
          </a:p>
          <a:p>
            <a:pPr marL="457200" indent="-457200">
              <a:buChar char="•"/>
            </a:pPr>
            <a:r>
              <a:rPr lang="en-US" b="1" dirty="0"/>
              <a:t>Analyze bike rentals using excel to understand impact of weather,season,holidays and time.</a:t>
            </a:r>
          </a:p>
          <a:p>
            <a:endParaRPr lang="en-US" b="1"/>
          </a:p>
          <a:p>
            <a:endParaRPr lang="en-US" b="1"/>
          </a:p>
          <a:p>
            <a:r>
              <a:rPr lang="en-US" b="1">
                <a:solidFill>
                  <a:srgbClr val="FF0000"/>
                </a:solidFill>
              </a:rPr>
              <a:t>2.Dataset &amp; Data Cleaning </a:t>
            </a:r>
          </a:p>
          <a:p>
            <a:pPr marL="457200" indent="-457200">
              <a:buChar char="•"/>
            </a:pPr>
            <a:r>
              <a:rPr lang="en-US" b="1"/>
              <a:t>3 Datasets</a:t>
            </a:r>
          </a:p>
          <a:p>
            <a:pPr marL="457200" indent="-457200">
              <a:buChar char="•"/>
            </a:pPr>
            <a:r>
              <a:rPr lang="en-US" b="1"/>
              <a:t>Merged using power query</a:t>
            </a:r>
          </a:p>
          <a:p>
            <a:pPr marL="457200" indent="-457200">
              <a:buChar char="•"/>
            </a:pPr>
            <a:r>
              <a:rPr lang="en-US" b="1"/>
              <a:t>Remove duplicates &amp; nulls</a:t>
            </a:r>
          </a:p>
          <a:p>
            <a:pPr marL="457200" indent="-457200">
              <a:buChar char="•"/>
            </a:pPr>
            <a:r>
              <a:rPr lang="en-US" b="1"/>
              <a:t>Corrected data types</a:t>
            </a:r>
          </a:p>
          <a:p>
            <a:pPr marL="457200" indent="-457200">
              <a:buChar char="•"/>
            </a:pPr>
            <a:endParaRPr lang="en-US" b="1"/>
          </a:p>
          <a:p>
            <a:pPr marL="457200" indent="-457200">
              <a:buChar char="•"/>
            </a:pPr>
            <a:endParaRPr lang="en-US" b="1"/>
          </a:p>
          <a:p>
            <a:r>
              <a:rPr lang="en-US" b="1">
                <a:solidFill>
                  <a:srgbClr val="FF0000"/>
                </a:solidFill>
              </a:rPr>
              <a:t>3.Data analysis</a:t>
            </a:r>
          </a:p>
          <a:p>
            <a:pPr marL="342900" indent="-342900">
              <a:buChar char="•"/>
            </a:pPr>
            <a:r>
              <a:rPr lang="en-US" b="1"/>
              <a:t>Pivot Tables </a:t>
            </a:r>
          </a:p>
          <a:p>
            <a:pPr marL="342900" indent="-342900">
              <a:buChar char="•"/>
            </a:pPr>
            <a:r>
              <a:rPr lang="en-US" b="1"/>
              <a:t>Pivot Charts</a:t>
            </a:r>
          </a:p>
          <a:p>
            <a:pPr marL="342900" indent="-342900">
              <a:buChar char="•"/>
            </a:pPr>
            <a:r>
              <a:rPr lang="en-US" b="1" dirty="0"/>
              <a:t>Sum,Average,Count</a:t>
            </a:r>
          </a:p>
          <a:p>
            <a:pPr marL="342900" indent="-342900">
              <a:buChar char="•"/>
            </a:pPr>
            <a:r>
              <a:rPr lang="en-US" b="1" dirty="0"/>
              <a:t>If,Vlookup/Index-Match</a:t>
            </a:r>
          </a:p>
          <a:p>
            <a:pPr marL="342900" indent="-342900">
              <a:buChar char="•"/>
            </a:pPr>
            <a:endParaRPr lang="en-US" b="1"/>
          </a:p>
          <a:p>
            <a:endParaRPr lang="en-US" b="1"/>
          </a:p>
          <a:p>
            <a:r>
              <a:rPr lang="en-US" b="1">
                <a:solidFill>
                  <a:srgbClr val="FF0000"/>
                </a:solidFill>
              </a:rPr>
              <a:t>4.Dashboard</a:t>
            </a:r>
          </a:p>
          <a:p>
            <a:pPr marL="342900" indent="-342900">
              <a:buChar char="•"/>
            </a:pPr>
            <a:r>
              <a:rPr lang="en-US" b="1" dirty="0"/>
              <a:t>Bar,Line,Pie charts</a:t>
            </a:r>
          </a:p>
          <a:p>
            <a:pPr marL="342900" indent="-342900">
              <a:buChar char="•"/>
            </a:pPr>
            <a:r>
              <a:rPr lang="en-US" b="1"/>
              <a:t>Slicers</a:t>
            </a:r>
          </a:p>
          <a:p>
            <a:pPr marL="342900" indent="-342900">
              <a:buChar char="•"/>
            </a:pPr>
            <a:r>
              <a:rPr lang="en-US" b="1"/>
              <a:t>Timeline</a:t>
            </a:r>
          </a:p>
          <a:p>
            <a:pPr marL="342900" indent="-342900">
              <a:buChar char="•"/>
            </a:pPr>
            <a:endParaRPr lang="en-US" b="1"/>
          </a:p>
          <a:p>
            <a:pPr marL="342900" indent="-342900">
              <a:buChar char="•"/>
            </a:pPr>
            <a:endParaRPr lang="en-US" b="1"/>
          </a:p>
          <a:p>
            <a:r>
              <a:rPr lang="en-US" b="1">
                <a:solidFill>
                  <a:srgbClr val="FF0000"/>
                </a:solidFill>
              </a:rPr>
              <a:t>5.VBA Automation</a:t>
            </a:r>
          </a:p>
          <a:p>
            <a:pPr marL="342900" indent="-342900">
              <a:buChar char="•"/>
            </a:pPr>
            <a:r>
              <a:rPr lang="en-US" b="1"/>
              <a:t>Import new data</a:t>
            </a:r>
          </a:p>
          <a:p>
            <a:pPr marL="342900" indent="-342900">
              <a:buChar char="•"/>
            </a:pPr>
            <a:r>
              <a:rPr lang="en-US" b="1"/>
              <a:t>Remove duplicates</a:t>
            </a:r>
          </a:p>
          <a:p>
            <a:pPr marL="342900" indent="-342900">
              <a:buChar char="•"/>
            </a:pPr>
            <a:r>
              <a:rPr lang="en-US" b="1"/>
              <a:t>Calculate total rentals </a:t>
            </a:r>
          </a:p>
          <a:p>
            <a:pPr marL="342900" indent="-342900">
              <a:buChar char="•"/>
            </a:pPr>
            <a:r>
              <a:rPr lang="en-US" b="1"/>
              <a:t>Refresh pivot tables</a:t>
            </a:r>
          </a:p>
          <a:p>
            <a:pPr marL="342900" indent="-342900">
              <a:buChar char="•"/>
            </a:pPr>
            <a:endParaRPr lang="en-US" b="1"/>
          </a:p>
          <a:p>
            <a:pPr marL="342900" indent="-342900">
              <a:buChar char="•"/>
            </a:pPr>
            <a:br>
              <a:rPr lang="en-US" b="1" dirty="0"/>
            </a:br>
            <a:endParaRPr lang="en-US" b="1"/>
          </a:p>
          <a:p>
            <a:r>
              <a:rPr lang="en-US" b="1">
                <a:solidFill>
                  <a:srgbClr val="FF0000"/>
                </a:solidFill>
              </a:rPr>
              <a:t>6.Conclusion</a:t>
            </a:r>
          </a:p>
          <a:p>
            <a:pPr marL="342900" indent="-342900">
              <a:buChar char="•"/>
            </a:pPr>
            <a:r>
              <a:rPr lang="en-US" b="1" dirty="0"/>
              <a:t>Excel,Power Query,Pivot Tables,</a:t>
            </a:r>
          </a:p>
          <a:p>
            <a:r>
              <a:rPr lang="en-US" b="1"/>
              <a:t>Dashboard and VBA provide effective </a:t>
            </a:r>
          </a:p>
          <a:p>
            <a:r>
              <a:rPr lang="en-US" b="1"/>
              <a:t>business insights.</a:t>
            </a:r>
          </a:p>
          <a:p>
            <a:endParaRPr lang="en-US" b="1"/>
          </a:p>
          <a:p>
            <a:endParaRPr lang="en-US" b="1"/>
          </a:p>
          <a:p>
            <a:pPr marL="342900" indent="-342900">
              <a:buChar char="•"/>
            </a:pPr>
            <a:r>
              <a:rPr lang="en-US" b="1">
                <a:solidFill>
                  <a:srgbClr val="00B050"/>
                </a:solidFill>
              </a:rPr>
              <a:t>Thank You</a:t>
            </a:r>
          </a:p>
          <a:p>
            <a:pPr marL="342900" indent="-342900">
              <a:buChar char="•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Bike Sharing Demand Analysis                                                  Nexthikes IT Solutions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37</cp:revision>
  <dcterms:created xsi:type="dcterms:W3CDTF">2026-07-25T06:42:13Z</dcterms:created>
  <dcterms:modified xsi:type="dcterms:W3CDTF">2026-07-25T09:14:35Z</dcterms:modified>
</cp:coreProperties>
</file>